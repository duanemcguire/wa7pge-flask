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9F9E00-E457-4407-9016-A11BB7FC223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0CE1EB-B6EF-43B0-9FE7-A60BC161CE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B625E-F17E-4FD1-80A3-31F8A61719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F326D7-04B2-4C72-9E9A-E02531F0E8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9ABA72-D68A-4A2C-9CF2-084F9C231B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CBE852-A96F-425D-9174-C868733484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416D0-D001-47E0-919E-7F48B4A1AA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6E7E84-67C2-4DD5-86C5-7D557A6B17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A6010-3D2A-4BBF-AADC-E0EC40BCC4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github.com/enigmaCurry/rigbook/releases/la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863840" y="-274320"/>
            <a:ext cx="1096920" cy="1096920"/>
          </a:xfrm>
          <a:prstGeom prst="ellipse">
            <a:avLst/>
          </a:prstGeom>
          <a:solidFill>
            <a:srgbClr val="243460">
              <a:alpha val="70000"/>
            </a:srgbClr>
          </a:solidFill>
          <a:ln w="19050">
            <a:solidFill>
              <a:srgbClr val="e8a02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360920" y="-525960"/>
            <a:ext cx="2102760" cy="2102760"/>
          </a:xfrm>
          <a:prstGeom prst="ellipse">
            <a:avLst/>
          </a:prstGeom>
          <a:solidFill>
            <a:srgbClr val="243460">
              <a:alpha val="50000"/>
            </a:srgbClr>
          </a:solidFill>
          <a:ln w="19050">
            <a:solidFill>
              <a:srgbClr val="e8a0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858000" y="-777240"/>
            <a:ext cx="3108600" cy="3108600"/>
          </a:xfrm>
          <a:prstGeom prst="ellipse">
            <a:avLst/>
          </a:prstGeom>
          <a:solidFill>
            <a:srgbClr val="243460">
              <a:alpha val="30000"/>
            </a:srgbClr>
          </a:solidFill>
          <a:ln w="19050">
            <a:solidFill>
              <a:srgbClr val="e8a020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02920" y="502920"/>
            <a:ext cx="1188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320040" y="1737360"/>
            <a:ext cx="5943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Installing Rigbook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 Windows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320040" y="352044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5c760"/>
                </a:solidFill>
                <a:effectLst/>
                <a:uFillTx/>
                <a:latin typeface="Calibri"/>
                <a:ea typeface="Calibri"/>
              </a:rPr>
              <a:t>A step-by-step guide for new users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320040" y="4114800"/>
            <a:ext cx="3291480" cy="411120"/>
          </a:xfrm>
          <a:prstGeom prst="rect">
            <a:avLst/>
          </a:prstGeom>
          <a:solidFill>
            <a:srgbClr val="24346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320040" y="41148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Ham Radio Logbook · POTA Spots · Radio Tuner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20040" y="46634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github.com/EnigmaCurry/rigbook/releases/latest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7132320" y="4480560"/>
            <a:ext cx="1737000" cy="383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7132320" y="448056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v0.1.7  Latest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is Rigbook?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0" y="0"/>
            <a:ext cx="164160" cy="959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217920" y="1005840"/>
            <a:ext cx="255996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457200" y="1051560"/>
            <a:ext cx="5486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57200" y="1051560"/>
            <a:ext cx="5486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228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📓  Ham radio contact logbook (QSO)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457200" y="1746360"/>
            <a:ext cx="5486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57200" y="1746360"/>
            <a:ext cx="5486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228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🌲  POTA spots &amp; park browser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457200" y="2441520"/>
            <a:ext cx="5486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57200" y="2441520"/>
            <a:ext cx="5486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228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📡  Real-time spots via RBN &amp; HamAlert &amp; SKCC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457200" y="3136320"/>
            <a:ext cx="5486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457200" y="3136320"/>
            <a:ext cx="5486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228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🔧  Radio tuner via flrig (optional)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831480"/>
            <a:ext cx="54860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457200" y="3831480"/>
            <a:ext cx="5486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228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💾  ADIF import/export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Free &amp; open source · Works on Windows, macOS, and Linux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0" y="0"/>
            <a:ext cx="164160" cy="959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57200" y="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Before You Start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57200" y="1097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You only need two things: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457200" y="1554480"/>
            <a:ext cx="393156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640080" y="1691640"/>
            <a:ext cx="502560" cy="5025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4008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2743200" y="1600200"/>
            <a:ext cx="1371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💻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40080" y="22860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 Windows 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640080" y="274320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899bb"/>
                </a:solidFill>
                <a:effectLst/>
                <a:uFillTx/>
                <a:latin typeface="Calibri"/>
                <a:ea typeface="Calibri"/>
              </a:rPr>
              <a:t>Windows 10 or 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899bb"/>
                </a:solidFill>
                <a:effectLst/>
                <a:uFillTx/>
                <a:latin typeface="Calibri"/>
                <a:ea typeface="Calibri"/>
              </a:rPr>
              <a:t>(64-bit recommended)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4800600" y="1554480"/>
            <a:ext cx="393156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4983480" y="1691640"/>
            <a:ext cx="502560" cy="5025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498348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7086600" y="1600200"/>
            <a:ext cx="1371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983480" y="22860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2744"/>
                </a:solidFill>
                <a:effectLst/>
                <a:uFillTx/>
                <a:latin typeface="Calibri"/>
                <a:ea typeface="Calibri"/>
              </a:rPr>
              <a:t>A Web 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4983480" y="274320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899bb"/>
                </a:solidFill>
                <a:effectLst/>
                <a:uFillTx/>
                <a:latin typeface="Calibri"/>
                <a:ea typeface="Calibri"/>
              </a:rPr>
              <a:t>Chrome, Edge, or Firefox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899bb"/>
                </a:solidFill>
                <a:effectLst/>
                <a:uFillTx/>
                <a:latin typeface="Calibri"/>
                <a:ea typeface="Calibri"/>
              </a:rPr>
              <a:t>(already on your PC!)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457200" y="4526280"/>
            <a:ext cx="8229240" cy="411120"/>
          </a:xfrm>
          <a:prstGeom prst="rect">
            <a:avLst/>
          </a:prstGeom>
          <a:solidFill>
            <a:srgbClr val="fff8e8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preencoded.png"/>
          <p:cNvPicPr/>
          <p:nvPr/>
        </p:nvPicPr>
        <p:blipFill>
          <a:blip r:embed="rId1"/>
          <a:stretch/>
        </p:blipFill>
        <p:spPr>
          <a:xfrm>
            <a:off x="548640" y="45720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17"/>
          <p:cNvSpPr/>
          <p:nvPr/>
        </p:nvSpPr>
        <p:spPr>
          <a:xfrm>
            <a:off x="960120" y="45262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b6000"/>
                </a:solidFill>
                <a:effectLst/>
                <a:uFillTx/>
                <a:latin typeface="Calibri"/>
              </a:rPr>
              <a:t>No programming knowledge required — just click and run!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0" y="0"/>
            <a:ext cx="164160" cy="959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7863840" y="137160"/>
            <a:ext cx="1005480" cy="548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863840" y="13716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Step 1 of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457200" y="0"/>
            <a:ext cx="7314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 to the Releases Page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457200" y="1051560"/>
            <a:ext cx="8229240" cy="59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abbd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502920" y="1051560"/>
            <a:ext cx="8137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onsolas"/>
                <a:ea typeface="Consolas"/>
              </a:rPr>
              <a:t>🔒  </a:t>
            </a: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Arial"/>
                <a:ea typeface="Consolas"/>
                <a:hlinkClick r:id="rId1"/>
              </a:rPr>
              <a:t>https://github.com/enigmaCurry/rigbook/releases/latest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457200" y="1783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Open your web browser and type this address into the address bar, then press Enter.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7200" y="2331720"/>
            <a:ext cx="8229240" cy="2422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457200" y="2331720"/>
            <a:ext cx="8229240" cy="347040"/>
          </a:xfrm>
          <a:prstGeom prst="rect">
            <a:avLst/>
          </a:prstGeom>
          <a:solidFill>
            <a:srgbClr val="eaeef2"/>
          </a:solidFill>
          <a:ln w="12700">
            <a:solidFill>
              <a:srgbClr val="d0d7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567000" y="2395800"/>
            <a:ext cx="164160" cy="164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786240" y="2395800"/>
            <a:ext cx="164160" cy="16416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1005840" y="2395800"/>
            <a:ext cx="164160" cy="164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640080" y="2788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969da"/>
                </a:solidFill>
                <a:effectLst/>
                <a:uFillTx/>
                <a:latin typeface="Calibri"/>
              </a:rPr>
              <a:t>EnigmaCurry / rigbook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640080" y="3090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Releases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640080" y="3383280"/>
            <a:ext cx="786348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777240" y="34563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📦  v0.1.7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1463040" y="3456360"/>
            <a:ext cx="822600" cy="2556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1463040" y="345636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Latest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777240" y="384048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969da"/>
                </a:solidFill>
                <a:effectLst/>
                <a:uFillTx/>
                <a:latin typeface="Calibri"/>
              </a:rPr>
              <a:t>rigbook-windows-amd64.exe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777240" y="41148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5029200" y="3977640"/>
            <a:ext cx="1097280" cy="360"/>
          </a:xfrm>
          <a:prstGeom prst="line">
            <a:avLst/>
          </a:prstGeom>
          <a:ln w="3175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6035040" y="3794760"/>
            <a:ext cx="2468520" cy="411120"/>
          </a:xfrm>
          <a:prstGeom prst="rect">
            <a:avLst/>
          </a:prstGeom>
          <a:solidFill>
            <a:srgbClr val="fff3cd"/>
          </a:solidFill>
          <a:ln w="1905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6035040" y="37947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8b5e00"/>
                </a:solidFill>
                <a:effectLst/>
                <a:uFillTx/>
                <a:latin typeface="Calibri"/>
              </a:rPr>
              <a:t>👈 Click here to download!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457560" y="4526280"/>
            <a:ext cx="8229240" cy="411120"/>
          </a:xfrm>
          <a:prstGeom prst="rect">
            <a:avLst/>
          </a:prstGeom>
          <a:solidFill>
            <a:srgbClr val="eef3ff"/>
          </a:solidFill>
          <a:ln w="12700">
            <a:solidFill>
              <a:srgbClr val="8899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457560" y="45262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💡  Tip: Your browser may ask where to save the file. Choose your Downloads folder.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64160" cy="959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7863840" y="137160"/>
            <a:ext cx="1005480" cy="548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7863840" y="13716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Step 3 of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457200" y="0"/>
            <a:ext cx="7314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Run the Program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457200" y="1097280"/>
            <a:ext cx="475200" cy="475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457200" y="10972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1051560" y="105156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Open your Downloads folder (press  Win + E  and click "Downloads" on the left)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457200" y="1901880"/>
            <a:ext cx="475200" cy="475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457200" y="190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1051560" y="185616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Find  rigbook-windows-amd64.exe  (or the arm64 version you downloaded)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457200" y="2706480"/>
            <a:ext cx="475200" cy="475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457200" y="27064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051560" y="266076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Double-click the file to run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457200" y="3337560"/>
            <a:ext cx="8229240" cy="1462680"/>
          </a:xfrm>
          <a:prstGeom prst="rect">
            <a:avLst/>
          </a:prstGeom>
          <a:solidFill>
            <a:srgbClr val="fff8e8"/>
          </a:solidFill>
          <a:ln w="25400">
            <a:solidFill>
              <a:srgbClr val="e8a02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594360" y="34016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5"/>
          <p:cNvSpPr/>
          <p:nvPr/>
        </p:nvSpPr>
        <p:spPr>
          <a:xfrm>
            <a:off x="1143000" y="33375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8b5e00"/>
                </a:solidFill>
                <a:effectLst/>
                <a:uFillTx/>
                <a:latin typeface="Calibri"/>
              </a:rPr>
              <a:t>Windows SmartScreen Warning — Don't Panic!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640080" y="379476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Windows may say "Windows protected your PC." This is normal for unsigned apps.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640080" y="41148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Click  "More info"  →  then click  "Run anyway"  to continue.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0" y="0"/>
            <a:ext cx="164160" cy="959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7863840" y="137160"/>
            <a:ext cx="1005480" cy="548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7863840" y="13716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Step 4 of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457200" y="0"/>
            <a:ext cx="7314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Rigbook Opens in Your Browser!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457200" y="1005840"/>
            <a:ext cx="8229240" cy="502560"/>
          </a:xfrm>
          <a:prstGeom prst="rect">
            <a:avLst/>
          </a:prstGeom>
          <a:solidFill>
            <a:srgbClr val="eef9f0"/>
          </a:solidFill>
          <a:ln w="19050">
            <a:solidFill>
              <a:srgbClr val="3db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548640" y="10699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6"/>
          <p:cNvSpPr/>
          <p:nvPr/>
        </p:nvSpPr>
        <p:spPr>
          <a:xfrm>
            <a:off x="1005840" y="100584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6b35"/>
                </a:solidFill>
                <a:effectLst/>
                <a:uFillTx/>
                <a:latin typeface="Calibri"/>
              </a:rPr>
              <a:t>Rigbook automatically opens your browser when it starts!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228600" y="1646280"/>
            <a:ext cx="8229240" cy="2925720"/>
          </a:xfrm>
          <a:prstGeom prst="rect">
            <a:avLst/>
          </a:prstGeom>
          <a:solidFill>
            <a:srgbClr val="f6f8fa"/>
          </a:solidFill>
          <a:ln w="19050">
            <a:solidFill>
              <a:srgbClr val="aabbd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457200" y="1600200"/>
            <a:ext cx="8229240" cy="383760"/>
          </a:xfrm>
          <a:prstGeom prst="rect">
            <a:avLst/>
          </a:prstGeom>
          <a:solidFill>
            <a:srgbClr val="eaeef2"/>
          </a:solidFill>
          <a:ln w="12700">
            <a:solidFill>
              <a:srgbClr val="d0d7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567000" y="1664280"/>
            <a:ext cx="164160" cy="164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786240" y="1664280"/>
            <a:ext cx="164160" cy="16416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1"/>
          <p:cNvSpPr/>
          <p:nvPr/>
        </p:nvSpPr>
        <p:spPr>
          <a:xfrm>
            <a:off x="1005840" y="1664280"/>
            <a:ext cx="164160" cy="164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1371600" y="1636920"/>
            <a:ext cx="5486040" cy="26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1371600" y="1636920"/>
            <a:ext cx="54860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onsolas"/>
                <a:ea typeface="Consolas"/>
              </a:rPr>
              <a:t>localhost:8073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57200" y="1984320"/>
            <a:ext cx="8229240" cy="456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640080" y="1984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📻  Rigbook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3200400" y="1984320"/>
            <a:ext cx="539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5c760"/>
                </a:solidFill>
                <a:effectLst/>
                <a:uFillTx/>
                <a:latin typeface="Calibri"/>
              </a:rPr>
              <a:t>14.250 MHz    SSB    🕐 00:15 UTC    📖  🧭  🌲  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457200" y="2441520"/>
            <a:ext cx="8229240" cy="29232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502920" y="24415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1737360" y="244152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Callsign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3383280" y="24415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Freq (kHz)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4937760" y="24415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Mode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6217920" y="24415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RST Sent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3"/>
          <p:cNvSpPr/>
          <p:nvPr/>
        </p:nvSpPr>
        <p:spPr>
          <a:xfrm>
            <a:off x="457200" y="2734200"/>
            <a:ext cx="822924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4"/>
          <p:cNvSpPr/>
          <p:nvPr/>
        </p:nvSpPr>
        <p:spPr>
          <a:xfrm>
            <a:off x="502920" y="273420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00:14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1737360" y="273420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W7XYZ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6"/>
          <p:cNvSpPr/>
          <p:nvPr/>
        </p:nvSpPr>
        <p:spPr>
          <a:xfrm>
            <a:off x="3383280" y="27342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14,250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4937760" y="273420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SSB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8"/>
          <p:cNvSpPr/>
          <p:nvPr/>
        </p:nvSpPr>
        <p:spPr>
          <a:xfrm>
            <a:off x="6217920" y="27342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9"/>
          <p:cNvSpPr/>
          <p:nvPr/>
        </p:nvSpPr>
        <p:spPr>
          <a:xfrm>
            <a:off x="457200" y="3008520"/>
            <a:ext cx="8229240" cy="2739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0"/>
          <p:cNvSpPr/>
          <p:nvPr/>
        </p:nvSpPr>
        <p:spPr>
          <a:xfrm>
            <a:off x="502920" y="30085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00:05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1737360" y="300852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KD0ABC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2"/>
          <p:cNvSpPr/>
          <p:nvPr/>
        </p:nvSpPr>
        <p:spPr>
          <a:xfrm>
            <a:off x="3383280" y="300852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7,074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4937760" y="30085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FT8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4"/>
          <p:cNvSpPr/>
          <p:nvPr/>
        </p:nvSpPr>
        <p:spPr>
          <a:xfrm>
            <a:off x="6217920" y="300852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–12 dB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7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If the browser doesn't open automatically, type:  http://localhost:8073  in your browser.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0" y="0"/>
            <a:ext cx="164160" cy="959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57200" y="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First-Time Setup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457200" y="1051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Do this once after Rigbook first opens: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457200" y="1508760"/>
            <a:ext cx="82292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548640" y="1600200"/>
            <a:ext cx="383760" cy="3837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548640" y="1600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1051560" y="1508760"/>
            <a:ext cx="7406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Click the  ☰  hamburger menu (top right) and go to  Settings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457200" y="2203560"/>
            <a:ext cx="82292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548640" y="2295000"/>
            <a:ext cx="383760" cy="3837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548640" y="2295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1051560" y="2203560"/>
            <a:ext cx="7406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Enter your  callsign  (e.g.  KD0ABC)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457200" y="2898720"/>
            <a:ext cx="82292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548640" y="2990160"/>
            <a:ext cx="383760" cy="3837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548640" y="2990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1051560" y="2898720"/>
            <a:ext cx="7406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Enter your  grid square  (e.g.  DN40  — find yours at qrz.com)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457200" y="3593520"/>
            <a:ext cx="82292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548640" y="3684960"/>
            <a:ext cx="383760" cy="3837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548640" y="3684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1051560" y="3593520"/>
            <a:ext cx="7406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Click  Save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457200" y="4434840"/>
            <a:ext cx="8229240" cy="502560"/>
          </a:xfrm>
          <a:prstGeom prst="rect">
            <a:avLst/>
          </a:prstGeom>
          <a:solidFill>
            <a:srgbClr val="eef3ff"/>
          </a:solidFill>
          <a:ln w="12700">
            <a:solidFill>
              <a:srgbClr val="8899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548640" y="443484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🔧  Optional: If you use flrig for radio control, set the Host and Port in Settings (default: localhost:12345)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7863840" y="3863520"/>
            <a:ext cx="1279800" cy="1279800"/>
          </a:xfrm>
          <a:prstGeom prst="ellipse">
            <a:avLst/>
          </a:prstGeom>
          <a:solidFill>
            <a:srgbClr val="243460">
              <a:alpha val="70000"/>
            </a:srgbClr>
          </a:solidFill>
          <a:ln w="19050">
            <a:solidFill>
              <a:srgbClr val="e8a02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6675120" y="2674800"/>
            <a:ext cx="2468520" cy="2468520"/>
          </a:xfrm>
          <a:prstGeom prst="ellipse">
            <a:avLst/>
          </a:prstGeom>
          <a:solidFill>
            <a:srgbClr val="243460">
              <a:alpha val="55000"/>
            </a:srgbClr>
          </a:solidFill>
          <a:ln w="19050">
            <a:solidFill>
              <a:srgbClr val="e8a02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5486400" y="1486080"/>
            <a:ext cx="3657240" cy="3657240"/>
          </a:xfrm>
          <a:prstGeom prst="ellipse">
            <a:avLst/>
          </a:prstGeom>
          <a:solidFill>
            <a:srgbClr val="243460">
              <a:alpha val="40000"/>
            </a:srgbClr>
          </a:solidFill>
          <a:ln w="19050">
            <a:solidFill>
              <a:srgbClr val="e8a0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4297680" y="297360"/>
            <a:ext cx="4845960" cy="4845960"/>
          </a:xfrm>
          <a:prstGeom prst="ellipse">
            <a:avLst/>
          </a:prstGeom>
          <a:solidFill>
            <a:srgbClr val="243460">
              <a:alpha val="25000"/>
            </a:srgbClr>
          </a:solidFill>
          <a:ln w="19050">
            <a:solidFill>
              <a:srgbClr val="e8a02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320040" y="5486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🎉  You're All Set!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32004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6"/>
          <p:cNvSpPr/>
          <p:nvPr/>
        </p:nvSpPr>
        <p:spPr>
          <a:xfrm>
            <a:off x="749880" y="134424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Went to github.com/EnigmaCurry/rigbook/releases/latest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1" descr="preencoded.png"/>
          <p:cNvPicPr/>
          <p:nvPr/>
        </p:nvPicPr>
        <p:blipFill>
          <a:blip r:embed="rId2"/>
          <a:stretch/>
        </p:blipFill>
        <p:spPr>
          <a:xfrm>
            <a:off x="320040" y="1938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7"/>
          <p:cNvSpPr/>
          <p:nvPr/>
        </p:nvSpPr>
        <p:spPr>
          <a:xfrm>
            <a:off x="749880" y="191124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Downloaded  rigbook-windows-amd64.exe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2" descr="preencoded.png"/>
          <p:cNvPicPr/>
          <p:nvPr/>
        </p:nvPicPr>
        <p:blipFill>
          <a:blip r:embed="rId3"/>
          <a:stretch/>
        </p:blipFill>
        <p:spPr>
          <a:xfrm>
            <a:off x="320040" y="2505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8"/>
          <p:cNvSpPr/>
          <p:nvPr/>
        </p:nvSpPr>
        <p:spPr>
          <a:xfrm>
            <a:off x="749880" y="24778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Double-clicked and ran the program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3" descr="preencoded.png"/>
          <p:cNvPicPr/>
          <p:nvPr/>
        </p:nvPicPr>
        <p:blipFill>
          <a:blip r:embed="rId4"/>
          <a:stretch/>
        </p:blipFill>
        <p:spPr>
          <a:xfrm>
            <a:off x="320040" y="30722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9"/>
          <p:cNvSpPr/>
          <p:nvPr/>
        </p:nvSpPr>
        <p:spPr>
          <a:xfrm>
            <a:off x="749880" y="30448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Opened http://localhost:8073  in your browser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4" descr="preencoded.png"/>
          <p:cNvPicPr/>
          <p:nvPr/>
        </p:nvPicPr>
        <p:blipFill>
          <a:blip r:embed="rId5"/>
          <a:stretch/>
        </p:blipFill>
        <p:spPr>
          <a:xfrm>
            <a:off x="320040" y="36392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0"/>
          <p:cNvSpPr/>
          <p:nvPr/>
        </p:nvSpPr>
        <p:spPr>
          <a:xfrm>
            <a:off x="749880" y="36118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Entered your callsign and grid square in Settings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320040" y="4343400"/>
            <a:ext cx="8503560" cy="548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320040" y="434340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Now log your first QSO — click  +  in the top right of Rigbook!  73 de Good DX!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2026-03-24T01:14:55Z</dcterms:created>
  <dc:creator>Rigbook Guide</dc:creator>
  <dc:description/>
  <dc:language>en-US</dc:language>
  <cp:lastModifiedBy/>
  <dcterms:modified xsi:type="dcterms:W3CDTF">2026-03-23T20:36:44Z</dcterms:modified>
  <cp:revision>2</cp:revision>
  <dc:subject>PptxGenJS Presentation</dc:subject>
  <dc:title>Installing Rigbook on Windows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